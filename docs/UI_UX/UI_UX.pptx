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2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ac1ad9c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2ac1ad9c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2ac1ad9c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2ac1ad9c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2ac1ad9c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2ac1ad9c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943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Desktop View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4"/>
          <p:cNvGrpSpPr/>
          <p:nvPr/>
        </p:nvGrpSpPr>
        <p:grpSpPr>
          <a:xfrm>
            <a:off x="-437750" y="262650"/>
            <a:ext cx="1751100" cy="5143500"/>
            <a:chOff x="-437750" y="0"/>
            <a:chExt cx="1751100" cy="5143500"/>
          </a:xfrm>
        </p:grpSpPr>
        <p:sp>
          <p:nvSpPr>
            <p:cNvPr id="60" name="Google Shape;60;p14"/>
            <p:cNvSpPr/>
            <p:nvPr/>
          </p:nvSpPr>
          <p:spPr>
            <a:xfrm>
              <a:off x="-437750" y="0"/>
              <a:ext cx="1751100" cy="5143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-69200" y="189675"/>
              <a:ext cx="1014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LEFT</a:t>
              </a:r>
              <a:endParaRPr sz="1800">
                <a:solidFill>
                  <a:schemeClr val="dk2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Navbar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62" name="Google Shape;62;p14"/>
          <p:cNvGrpSpPr/>
          <p:nvPr/>
        </p:nvGrpSpPr>
        <p:grpSpPr>
          <a:xfrm>
            <a:off x="7820200" y="262650"/>
            <a:ext cx="1751100" cy="5143500"/>
            <a:chOff x="7820200" y="0"/>
            <a:chExt cx="1751100" cy="5143500"/>
          </a:xfrm>
        </p:grpSpPr>
        <p:sp>
          <p:nvSpPr>
            <p:cNvPr id="63" name="Google Shape;63;p14"/>
            <p:cNvSpPr/>
            <p:nvPr/>
          </p:nvSpPr>
          <p:spPr>
            <a:xfrm>
              <a:off x="7820200" y="0"/>
              <a:ext cx="1751100" cy="5143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8093925" y="189675"/>
              <a:ext cx="1014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RIGHT</a:t>
              </a:r>
              <a:endParaRPr sz="1800">
                <a:solidFill>
                  <a:schemeClr val="dk2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Navbar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3705925" y="598225"/>
            <a:ext cx="172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CENTER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-100" y="0"/>
            <a:ext cx="9144000" cy="26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14"/>
          <p:cNvGrpSpPr/>
          <p:nvPr/>
        </p:nvGrpSpPr>
        <p:grpSpPr>
          <a:xfrm>
            <a:off x="8593600" y="31800"/>
            <a:ext cx="204300" cy="198900"/>
            <a:chOff x="3232025" y="1400775"/>
            <a:chExt cx="204300" cy="198900"/>
          </a:xfrm>
        </p:grpSpPr>
        <p:sp>
          <p:nvSpPr>
            <p:cNvPr id="68" name="Google Shape;68;p14"/>
            <p:cNvSpPr/>
            <p:nvPr/>
          </p:nvSpPr>
          <p:spPr>
            <a:xfrm>
              <a:off x="3232025" y="1400775"/>
              <a:ext cx="2043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3232025" y="1400775"/>
              <a:ext cx="47100" cy="19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3389119" y="1400775"/>
              <a:ext cx="471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8856225" y="31800"/>
            <a:ext cx="204300" cy="198900"/>
            <a:chOff x="3887825" y="1436450"/>
            <a:chExt cx="204300" cy="198900"/>
          </a:xfrm>
        </p:grpSpPr>
        <p:sp>
          <p:nvSpPr>
            <p:cNvPr id="72" name="Google Shape;72;p14"/>
            <p:cNvSpPr/>
            <p:nvPr/>
          </p:nvSpPr>
          <p:spPr>
            <a:xfrm>
              <a:off x="3887825" y="1436450"/>
              <a:ext cx="2043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3887825" y="1436450"/>
              <a:ext cx="471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044919" y="1436450"/>
              <a:ext cx="47100" cy="198900"/>
            </a:xfrm>
            <a:prstGeom prst="rect">
              <a:avLst/>
            </a:prstGeom>
            <a:solidFill>
              <a:schemeClr val="lt1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-211575" y="262650"/>
            <a:ext cx="1751100" cy="5143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-100" y="0"/>
            <a:ext cx="9144000" cy="26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15"/>
          <p:cNvGrpSpPr/>
          <p:nvPr/>
        </p:nvGrpSpPr>
        <p:grpSpPr>
          <a:xfrm>
            <a:off x="8593600" y="31800"/>
            <a:ext cx="204300" cy="198900"/>
            <a:chOff x="3232025" y="1400775"/>
            <a:chExt cx="204300" cy="198900"/>
          </a:xfrm>
        </p:grpSpPr>
        <p:sp>
          <p:nvSpPr>
            <p:cNvPr id="83" name="Google Shape;83;p15"/>
            <p:cNvSpPr/>
            <p:nvPr/>
          </p:nvSpPr>
          <p:spPr>
            <a:xfrm>
              <a:off x="3232025" y="1400775"/>
              <a:ext cx="2043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3232025" y="1400775"/>
              <a:ext cx="47100" cy="19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3389119" y="1400775"/>
              <a:ext cx="471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8856225" y="31800"/>
            <a:ext cx="204300" cy="198900"/>
            <a:chOff x="3887825" y="1436450"/>
            <a:chExt cx="204300" cy="198900"/>
          </a:xfrm>
        </p:grpSpPr>
        <p:sp>
          <p:nvSpPr>
            <p:cNvPr id="87" name="Google Shape;87;p15"/>
            <p:cNvSpPr/>
            <p:nvPr/>
          </p:nvSpPr>
          <p:spPr>
            <a:xfrm>
              <a:off x="3887825" y="1436450"/>
              <a:ext cx="2043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3887825" y="1436450"/>
              <a:ext cx="471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4044919" y="1436450"/>
              <a:ext cx="47100" cy="198900"/>
            </a:xfrm>
            <a:prstGeom prst="rect">
              <a:avLst/>
            </a:prstGeom>
            <a:noFill/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</p:grpSp>
      <p:sp>
        <p:nvSpPr>
          <p:cNvPr id="90" name="Google Shape;90;p15"/>
          <p:cNvSpPr txBox="1"/>
          <p:nvPr/>
        </p:nvSpPr>
        <p:spPr>
          <a:xfrm>
            <a:off x="999550" y="262650"/>
            <a:ext cx="3138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≡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7820200" y="262650"/>
            <a:ext cx="3138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≡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-29175" y="963050"/>
            <a:ext cx="1605000" cy="36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   </a:t>
            </a:r>
            <a:r>
              <a:rPr lang="en-GB" sz="1200">
                <a:solidFill>
                  <a:schemeClr val="lt1"/>
                </a:solidFill>
              </a:rPr>
              <a:t>Home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226175" y="1626950"/>
            <a:ext cx="131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Office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226175" y="1980950"/>
            <a:ext cx="131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Personal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-29175" y="2324650"/>
            <a:ext cx="156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   </a:t>
            </a:r>
            <a:r>
              <a:rPr lang="en-GB" sz="1200">
                <a:solidFill>
                  <a:schemeClr val="dk2"/>
                </a:solidFill>
              </a:rPr>
              <a:t>Settings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-29175" y="2740900"/>
            <a:ext cx="156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   </a:t>
            </a:r>
            <a:r>
              <a:rPr lang="en-GB" sz="1200">
                <a:solidFill>
                  <a:schemeClr val="dk2"/>
                </a:solidFill>
              </a:rPr>
              <a:t>Analytics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-29175" y="3157150"/>
            <a:ext cx="156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   </a:t>
            </a:r>
            <a:r>
              <a:rPr lang="en-GB" sz="1200">
                <a:solidFill>
                  <a:schemeClr val="dk2"/>
                </a:solidFill>
              </a:rPr>
              <a:t>Logout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1904175" y="545125"/>
            <a:ext cx="91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Recent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2152250" y="914425"/>
            <a:ext cx="4165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Credentials &gt; Office &gt; Server 1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6310825" y="914425"/>
            <a:ext cx="875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11/07/26</a:t>
            </a:r>
            <a:endParaRPr sz="1100">
              <a:solidFill>
                <a:schemeClr val="lt1"/>
              </a:solidFill>
            </a:endParaRPr>
          </a:p>
        </p:txBody>
      </p:sp>
      <p:cxnSp>
        <p:nvCxnSpPr>
          <p:cNvPr id="102" name="Google Shape;102;p15"/>
          <p:cNvCxnSpPr/>
          <p:nvPr/>
        </p:nvCxnSpPr>
        <p:spPr>
          <a:xfrm>
            <a:off x="2159550" y="1298650"/>
            <a:ext cx="5121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5"/>
          <p:cNvSpPr txBox="1"/>
          <p:nvPr/>
        </p:nvSpPr>
        <p:spPr>
          <a:xfrm>
            <a:off x="2159550" y="1328875"/>
            <a:ext cx="4268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Credentials &gt; Personal &gt; Github Personal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318125" y="1328875"/>
            <a:ext cx="875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11/07/26</a:t>
            </a:r>
            <a:endParaRPr sz="1100">
              <a:solidFill>
                <a:schemeClr val="lt1"/>
              </a:solidFill>
            </a:endParaRPr>
          </a:p>
        </p:txBody>
      </p:sp>
      <p:cxnSp>
        <p:nvCxnSpPr>
          <p:cNvPr id="105" name="Google Shape;105;p15"/>
          <p:cNvCxnSpPr/>
          <p:nvPr/>
        </p:nvCxnSpPr>
        <p:spPr>
          <a:xfrm>
            <a:off x="2166850" y="1713100"/>
            <a:ext cx="5121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" name="Group 2"/>
          <p:cNvGrpSpPr/>
          <p:nvPr/>
        </p:nvGrpSpPr>
        <p:grpSpPr>
          <a:xfrm>
            <a:off x="-33886" y="1317050"/>
            <a:ext cx="1573411" cy="369300"/>
            <a:chOff x="-33886" y="1317050"/>
            <a:chExt cx="1573411" cy="369300"/>
          </a:xfrm>
        </p:grpSpPr>
        <p:sp>
          <p:nvSpPr>
            <p:cNvPr id="93" name="Google Shape;93;p15"/>
            <p:cNvSpPr txBox="1"/>
            <p:nvPr/>
          </p:nvSpPr>
          <p:spPr>
            <a:xfrm>
              <a:off x="-29175" y="1317050"/>
              <a:ext cx="156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 smtClean="0">
                  <a:solidFill>
                    <a:schemeClr val="dk2"/>
                  </a:solidFill>
                </a:rPr>
                <a:t>  </a:t>
              </a:r>
              <a:r>
                <a:rPr lang="en-GB" sz="1200" dirty="0">
                  <a:solidFill>
                    <a:schemeClr val="dk2"/>
                  </a:solidFill>
                </a:rPr>
                <a:t>Credentials</a:t>
              </a:r>
              <a:endParaRPr sz="1200" dirty="0">
                <a:solidFill>
                  <a:schemeClr val="dk2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3886" y="1358122"/>
              <a:ext cx="180745" cy="18074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-211575" y="262650"/>
            <a:ext cx="1751100" cy="5143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-100" y="0"/>
            <a:ext cx="9144000" cy="26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15"/>
          <p:cNvGrpSpPr/>
          <p:nvPr/>
        </p:nvGrpSpPr>
        <p:grpSpPr>
          <a:xfrm>
            <a:off x="8593600" y="31800"/>
            <a:ext cx="204300" cy="198900"/>
            <a:chOff x="3232025" y="1400775"/>
            <a:chExt cx="204300" cy="198900"/>
          </a:xfrm>
        </p:grpSpPr>
        <p:sp>
          <p:nvSpPr>
            <p:cNvPr id="83" name="Google Shape;83;p15"/>
            <p:cNvSpPr/>
            <p:nvPr/>
          </p:nvSpPr>
          <p:spPr>
            <a:xfrm>
              <a:off x="3232025" y="1400775"/>
              <a:ext cx="2043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3232025" y="1400775"/>
              <a:ext cx="47100" cy="19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3389119" y="1400775"/>
              <a:ext cx="471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8856225" y="31800"/>
            <a:ext cx="204300" cy="198900"/>
            <a:chOff x="3887825" y="1436450"/>
            <a:chExt cx="204300" cy="198900"/>
          </a:xfrm>
        </p:grpSpPr>
        <p:sp>
          <p:nvSpPr>
            <p:cNvPr id="87" name="Google Shape;87;p15"/>
            <p:cNvSpPr/>
            <p:nvPr/>
          </p:nvSpPr>
          <p:spPr>
            <a:xfrm>
              <a:off x="3887825" y="1436450"/>
              <a:ext cx="2043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3887825" y="1436450"/>
              <a:ext cx="47100" cy="198900"/>
            </a:xfrm>
            <a:prstGeom prst="rect">
              <a:avLst/>
            </a:prstGeom>
            <a:solidFill>
              <a:schemeClr val="dk2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4044919" y="1436450"/>
              <a:ext cx="47100" cy="198900"/>
            </a:xfrm>
            <a:prstGeom prst="rect">
              <a:avLst/>
            </a:prstGeom>
            <a:solidFill>
              <a:schemeClr val="bg1"/>
            </a:solidFill>
            <a:ln w="4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9425" tIns="39425" rIns="39425" bIns="39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4"/>
            </a:p>
          </p:txBody>
        </p:sp>
      </p:grpSp>
      <p:sp>
        <p:nvSpPr>
          <p:cNvPr id="90" name="Google Shape;90;p15"/>
          <p:cNvSpPr txBox="1"/>
          <p:nvPr/>
        </p:nvSpPr>
        <p:spPr>
          <a:xfrm>
            <a:off x="999550" y="262650"/>
            <a:ext cx="3138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≡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7820200" y="262650"/>
            <a:ext cx="3138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≡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-29175" y="963050"/>
            <a:ext cx="160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bg2"/>
                </a:solidFill>
              </a:rPr>
              <a:t>   </a:t>
            </a:r>
            <a:r>
              <a:rPr lang="en-GB" sz="1200">
                <a:solidFill>
                  <a:schemeClr val="bg2"/>
                </a:solidFill>
              </a:rPr>
              <a:t>Home</a:t>
            </a:r>
            <a:endParaRPr sz="1200">
              <a:solidFill>
                <a:schemeClr val="bg2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226175" y="1626950"/>
            <a:ext cx="1349650" cy="35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bg1"/>
                </a:solidFill>
              </a:rPr>
              <a:t>Office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226175" y="1980950"/>
            <a:ext cx="134965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Personal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-29175" y="2324650"/>
            <a:ext cx="156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   </a:t>
            </a:r>
            <a:r>
              <a:rPr lang="en-GB" sz="1200" dirty="0">
                <a:solidFill>
                  <a:schemeClr val="dk2"/>
                </a:solidFill>
              </a:rPr>
              <a:t>Settings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-29175" y="2740900"/>
            <a:ext cx="156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   </a:t>
            </a:r>
            <a:r>
              <a:rPr lang="en-GB" sz="1200">
                <a:solidFill>
                  <a:schemeClr val="dk2"/>
                </a:solidFill>
              </a:rPr>
              <a:t>Analytics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-29175" y="3157150"/>
            <a:ext cx="156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   </a:t>
            </a:r>
            <a:r>
              <a:rPr lang="en-GB" sz="1200">
                <a:solidFill>
                  <a:schemeClr val="dk2"/>
                </a:solidFill>
              </a:rPr>
              <a:t>Logout</a:t>
            </a:r>
            <a:endParaRPr sz="1200">
              <a:solidFill>
                <a:schemeClr val="dk2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3886" y="1317050"/>
            <a:ext cx="1573411" cy="369300"/>
            <a:chOff x="-33886" y="1317050"/>
            <a:chExt cx="1573411" cy="369300"/>
          </a:xfrm>
        </p:grpSpPr>
        <p:sp>
          <p:nvSpPr>
            <p:cNvPr id="93" name="Google Shape;93;p15"/>
            <p:cNvSpPr txBox="1"/>
            <p:nvPr/>
          </p:nvSpPr>
          <p:spPr>
            <a:xfrm>
              <a:off x="-29175" y="1317050"/>
              <a:ext cx="156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 smtClean="0">
                  <a:solidFill>
                    <a:schemeClr val="dk2"/>
                  </a:solidFill>
                </a:rPr>
                <a:t>  </a:t>
              </a:r>
              <a:r>
                <a:rPr lang="en-GB" sz="1200" dirty="0">
                  <a:solidFill>
                    <a:schemeClr val="dk2"/>
                  </a:solidFill>
                </a:rPr>
                <a:t>Credentials</a:t>
              </a:r>
              <a:endParaRPr sz="1200" dirty="0">
                <a:solidFill>
                  <a:schemeClr val="dk2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3886" y="1358122"/>
              <a:ext cx="180745" cy="180745"/>
            </a:xfrm>
            <a:prstGeom prst="rect">
              <a:avLst/>
            </a:prstGeom>
          </p:spPr>
        </p:pic>
      </p:grpSp>
      <p:sp>
        <p:nvSpPr>
          <p:cNvPr id="4" name="TextBox 3"/>
          <p:cNvSpPr txBox="1"/>
          <p:nvPr/>
        </p:nvSpPr>
        <p:spPr>
          <a:xfrm>
            <a:off x="1718103" y="636947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Office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784195" y="1070517"/>
            <a:ext cx="5426927" cy="96654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820495" y="1140717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Server 1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18115" y="1417716"/>
            <a:ext cx="8354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Username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18115" y="1707261"/>
            <a:ext cx="3177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IP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75509" y="1156106"/>
            <a:ext cx="704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 smtClean="0">
                <a:solidFill>
                  <a:schemeClr val="bg1"/>
                </a:solidFill>
              </a:rPr>
              <a:t>Last Used</a:t>
            </a:r>
            <a:endParaRPr lang="en-US" sz="900" i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09494" y="1719340"/>
            <a:ext cx="9781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@</a:t>
            </a:r>
            <a:r>
              <a:rPr lang="en-US" sz="1100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Demouser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609494" y="1415478"/>
            <a:ext cx="7713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127.0.0.1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23352" y="1157312"/>
            <a:ext cx="9156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20 June, 2026</a:t>
            </a:r>
            <a:endParaRPr lang="en-US" sz="900" i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858" y="1474996"/>
            <a:ext cx="157584" cy="15758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26" y="1759274"/>
            <a:ext cx="157584" cy="15758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958" y="1788126"/>
            <a:ext cx="180745" cy="180745"/>
          </a:xfrm>
          <a:prstGeom prst="rect">
            <a:avLst/>
          </a:prstGeom>
        </p:spPr>
      </p:pic>
      <p:sp>
        <p:nvSpPr>
          <p:cNvPr id="46" name="Google Shape;63;p14"/>
          <p:cNvSpPr/>
          <p:nvPr/>
        </p:nvSpPr>
        <p:spPr>
          <a:xfrm>
            <a:off x="7820200" y="262650"/>
            <a:ext cx="1751100" cy="5143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51" y="370973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65</Words>
  <Application>Microsoft Office PowerPoint</Application>
  <PresentationFormat>On-screen Show (16:9)</PresentationFormat>
  <Paragraphs>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Desktop View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Desktop View</dc:title>
  <cp:lastModifiedBy>MD Rayhan Hossain</cp:lastModifiedBy>
  <cp:revision>5</cp:revision>
  <dcterms:modified xsi:type="dcterms:W3CDTF">2026-06-28T17:02:06Z</dcterms:modified>
</cp:coreProperties>
</file>